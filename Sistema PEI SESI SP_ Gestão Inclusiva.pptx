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2c-b632-8e5a-8000-00008ecbcdca.png?kimi-sig=kJRTcDGG3omCSntDPC_DNcaG0V7a3H7zvjT_ZV6Or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3c-25e2-8fd8-8000-0000909af0be.png?kimi-sig=FrFg1oSYjTf_hTM0UNNEh7LVKLL6yuHuZOSonHofd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37-9452-8ff6-8000-0000484d010e.png?kimi-sig=RGt1S663C9MP8ojq8t3dIJFMmgVDDE6AKQVKp9MpoZ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37-29e2-8b40-8000-0000b8023746.png?kimi-sig=pohUGDC1sHaB_JsCWPMJ0IKrnCOpwnmIEDabGH6kRq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3e-da42-86fb-8000-00009898e0d9.png?kimi-sig=045bJA1soHj5MCJba-twPZoTeOSPfpJd8ShfRh_S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3d-5a22-8b33-8000-00005ed7718f.png?kimi-sig=FVb8_yK9-LkScn1G357WI8k5hcMjLMUrlWSACvZDBy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48-c022-8664-8000-0000f10c5f19.png?kimi-sig=bDJCDCOb09X4TrWWtYSqDv0PrlKnJRKN8cHwDXrtGq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4e-6252-8953-8000-00004b65b3f0.png?kimi-sig=5Kc2kZDT2Kx9Q_1-7797InkX1caqjUejcLIcgvry2P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4e-3e12-8b10-8000-0000242408cd.png?kimi-sig=BJB9hTAAhizvHv-LSQulbtstoh2WTUwSRpN5WXlwK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4c-f222-85a4-8000-00004da26626.png?kimi-sig=ULQ04mbF-CNDn_SLlHCUkmsgshzQNpMQAaW47_upTm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49-f3e2-8c5b-8000-00007621aaaf.png?kimi-sig=-gl-WRXalHJzmIjiNtWMaG6ieyD25Z5EQwmRgQ7Zpa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5d-1792-8add-8000-00005ac350cc.png?kimi-sig=uaC0ayasjGt-GxvB4hEKkxjpmk1dSfrDj7Rxx6Cl-b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5d-b0b2-8d9c-8000-0000aee8c3bc.png?kimi-sig=JgtQnA3wX9BmEMyu4ENSFcEw4Kvye6akxnfryitUsW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58-2922-81d4-8000-00002cd0b92f.png?kimi-sig=aR_JE195POPK8N7pCPbQDsoZWM8xrC0CfmV7t67LT4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54-84f2-87b3-8000-0000538b6c83.png?kimi-sig=dahaL2_CHSFQPOMdkVtVv68KUtV82IZW2dLHL9iS1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59-31b2-870d-8000-000083b51e8f.png?kimi-sig=pBBFr5LDI4_4aUWZ2v84htHODJwTiJj0eWP6JPZ-BD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62-dff2-8138-8000-000021e052b9.png?kimi-sig=_EUQ2vshWSM2hKFEIMkbtUj06iWbt8U-0zNX5bojpd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a46a-d172-8a2d-8000-0000e0a09aee.png?kimi-sig=00_QTUJ8jHbLHCxvmYJMZTjMym7oyP_5YhbwvkGaB8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PEI SESI SP: Gestão Inclusiva</dc:title>
  <dc:subject>Sistema PEI SESI SP: Gestão Inclusiva</dc:subject>
  <dc:creator>Kimi</dc:creator>
  <cp:lastModifiedBy>Kimi</cp:lastModifiedBy>
  <cp:revision>1</cp:revision>
  <dcterms:created xsi:type="dcterms:W3CDTF">2025-12-07T19:31:14Z</dcterms:created>
  <dcterms:modified xsi:type="dcterms:W3CDTF">2025-12-07T19:31:14Z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{"Label":"Sistema PEI SESI SP: Gestão Inclusiva","ContentProducer":"001191110108MACG2KBH8F10000","ProduceID":"d4qt74n2ekfrerbdhlbg","ReservedCode1":"","ContentPropagator":"001191110108MACG2KBH8F20000","PropagateID":"d4qt74n2ekfrerbdhlbg","ReservedCode2":""}</vt:lpwstr>
  </property>
</Properties>
</file>